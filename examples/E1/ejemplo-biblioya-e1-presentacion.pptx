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Faro Software es una empresa inventada de cuatro personas. Este lienzo describe la empresa, no el producto.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Alternativa A. Todo duplicado donde una avería pararía el servicio: dos servidores con réplica, dos switches, SAI y copias en 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Alternativa B. La aplicación en dos zonas de disponibilidad detrás de un balanceador, con base de datos gestionada multi-AZ.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03120"/>
            <a:ext cx="10545775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BiblioYa — Entrega 1 — Empresa y TCO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de octubre de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77295" cy="914400"/>
        </p:xfrm>
        <a:graphic>
          <a:graphicData uri="http://schemas.openxmlformats.org/drawingml/2006/table">
            <a:tbl>
              <a:tblPr/>
              <a:tblGrid>
                <a:gridCol w="9814255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Definición de la empresa: nombre, marca, modelo de negocio y roles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 completa de las dos alternativas, con su arquitectura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TCO a 3 años con costes completos y realistas de cada alternativa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Recomendación razonada de la alternativa más adecuada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BiblioYa — Entrega 1 — Empresa y TCO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Modelo de negocio — Faro Software</a:t>
            </a:r>
            <a:endParaRPr lang="en-US" sz="2600" dirty="0"/>
          </a:p>
        </p:txBody>
      </p:sp>
      <p:pic>
        <p:nvPicPr>
          <p:cNvPr id="3" name="Image 0" descr="E1 · Modelo de negocio — Faro Softw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026" y="1097280"/>
            <a:ext cx="7931644" cy="5166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Lienzo de modelo de negocio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Organigrama y roles</a:t>
            </a:r>
            <a:endParaRPr lang="en-US" sz="2600" dirty="0"/>
          </a:p>
        </p:txBody>
      </p:sp>
      <p:pic>
        <p:nvPicPr>
          <p:cNvPr id="3" name="Image 0" descr="E1 · Organigrama y ro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236" y="1097280"/>
            <a:ext cx="11037224" cy="5166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Organigrama y roles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Arquitectura — local</a:t>
            </a:r>
            <a:endParaRPr lang="en-US" sz="2600" dirty="0"/>
          </a:p>
        </p:txBody>
      </p:sp>
      <p:pic>
        <p:nvPicPr>
          <p:cNvPr id="3" name="Image 0" descr="E1 · Arquitectura — loc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4800" y="1097280"/>
            <a:ext cx="5542095" cy="5166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arquitectura / equipos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Arquitectura — nube</a:t>
            </a:r>
            <a:endParaRPr lang="en-US" sz="2600" dirty="0"/>
          </a:p>
        </p:txBody>
      </p:sp>
      <p:pic>
        <p:nvPicPr>
          <p:cNvPr id="3" name="Image 0" descr="E1 · Arquitectura — nu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39668"/>
            <a:ext cx="11277295" cy="448158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arquitectura / equipos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TCO a 3 años</a:t>
            </a:r>
            <a:endParaRPr lang="en-US" sz="2600" dirty="0"/>
          </a:p>
        </p:txBody>
      </p:sp>
      <p:pic>
        <p:nvPicPr>
          <p:cNvPr id="3" name="Image 0" descr="E1 · TCO a 3 añ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072" y="1097280"/>
            <a:ext cx="2763552" cy="5166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(coste total de propiedad)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Ejemplo — BiblioYa — Entrega 1 — Empresa y TCO</dc:title>
  <dc:subject>PptxGenJS Presentation</dc:subject>
  <dc:creator>se-ramify</dc:creator>
  <cp:lastModifiedBy>se-ramify</cp:lastModifiedBy>
  <cp:revision>1</cp:revision>
  <dcterms:created xsi:type="dcterms:W3CDTF">2026-10-23T16:34:25Z</dcterms:created>
  <dcterms:modified xsi:type="dcterms:W3CDTF">2026-10-23T16:34:25Z</dcterms:modified>
</cp:coreProperties>
</file>