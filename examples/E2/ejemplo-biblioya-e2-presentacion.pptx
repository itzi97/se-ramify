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BiblioYa — Entrega 2 — UML, stakeholders y visión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 octubre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7295" cy="914400"/>
        </p:xfrm>
        <a:graphic>
          <a:graphicData uri="http://schemas.openxmlformats.org/drawingml/2006/table">
            <a:tbl>
              <a:tblPr/>
              <a:tblGrid>
                <a:gridCol w="9814255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los diagramas UML: casos de uso con especificaciones, clases y secuencia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 de stakeholders (uno de los dos formatos, mínimo seis)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Visión del proyecto según el modelo del "elevator pitch"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C7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BiblioYa — Entrega 2 — UML, stakeholders y visión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Casos de uso</a:t>
            </a:r>
            <a:endParaRPr lang="en-US" sz="2600" dirty="0"/>
          </a:p>
        </p:txBody>
      </p:sp>
      <p:pic>
        <p:nvPicPr>
          <p:cNvPr id="3" name="Image 0" descr="E2 · Casos de u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054" y="1097280"/>
            <a:ext cx="8515586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sistema / casos de uso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Diagrama de clases de diseño</a:t>
            </a:r>
            <a:endParaRPr lang="en-US" sz="2600" dirty="0"/>
          </a:p>
        </p:txBody>
      </p:sp>
      <p:pic>
        <p:nvPicPr>
          <p:cNvPr id="3" name="Image 0" descr="E2 · Diagrama de clases de diseñ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950" y="1097280"/>
            <a:ext cx="10421795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Secuencia — Reservar libro</a:t>
            </a:r>
            <a:endParaRPr lang="en-US" sz="2600" dirty="0"/>
          </a:p>
        </p:txBody>
      </p:sp>
      <p:pic>
        <p:nvPicPr>
          <p:cNvPr id="3" name="Image 0" descr="E2 · Secuencia — Reservar lib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111" y="1097280"/>
            <a:ext cx="7683474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secuencia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Mapa de stakeholders</a:t>
            </a:r>
            <a:endParaRPr lang="en-US" sz="2600" dirty="0"/>
          </a:p>
        </p:txBody>
      </p:sp>
      <p:pic>
        <p:nvPicPr>
          <p:cNvPr id="3" name="Image 0" descr="E2 · Mapa de stakehol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0991" y="1097280"/>
            <a:ext cx="6769713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stakeholders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Visión — elevator pitch</a:t>
            </a:r>
            <a:endParaRPr lang="en-US" sz="2600" dirty="0"/>
          </a:p>
        </p:txBody>
      </p:sp>
      <p:pic>
        <p:nvPicPr>
          <p:cNvPr id="3" name="Image 0" descr="E2 · Visión — elevator pi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6276" y="1097280"/>
            <a:ext cx="5439144" cy="5166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DDE1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6446520"/>
            <a:ext cx="9905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— elevator pitch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Ejemplo — BiblioYa — Entrega 2 — UML, stakeholders y visión</dc:title>
  <dc:subject>PptxGenJS Presentation</dc:subject>
  <dc:creator>se-ramify</dc:creator>
  <cp:lastModifiedBy>se-ramify</cp:lastModifiedBy>
  <cp:revision>1</cp:revision>
  <dcterms:created xsi:type="dcterms:W3CDTF">2026-10-23T16:34:30Z</dcterms:created>
  <dcterms:modified xsi:type="dcterms:W3CDTF">2026-10-23T16:34:30Z</dcterms:modified>
</cp:coreProperties>
</file>