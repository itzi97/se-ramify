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Modelo propio: iteraciones de tres semanas que acaban en una demo al cliente; la especificación (historias y Gherkin) se mantiene al día en cada iteración.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A7BD5"/>
          </a:solidFill>
          <a:ln w="12700">
            <a:solidFill>
              <a:srgbClr val="3A7BD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2103120"/>
            <a:ext cx="10545775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BiblioYa — Entrega 3 — Modelo propio, backlog y PUD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54577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 octubre de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112772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11277295" cy="914400"/>
        </p:xfrm>
        <a:graphic>
          <a:graphicData uri="http://schemas.openxmlformats.org/drawingml/2006/table">
            <a:tbl>
              <a:tblPr/>
              <a:tblGrid>
                <a:gridCol w="9814255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Vuestro propio modelo de desarrollo: nombre, etapas, roles, elementos clave, ventajas e inconvenientes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Backlog completo a nivel de épica, y una épica en historias de usuario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D212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PUD: Gantt, etapas con sus artefactos, actas e informe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dirty="0">
                          <a:solidFill>
                            <a:srgbClr val="6C73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6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BiblioYa — Entrega 3 — Modelo propio, backlog y PUD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 · Modelo de desarrollo Faro</a:t>
            </a:r>
            <a:endParaRPr lang="en-US" sz="2600" dirty="0"/>
          </a:p>
        </p:txBody>
      </p:sp>
      <p:pic>
        <p:nvPicPr>
          <p:cNvPr id="3" name="Image 0" descr="E3 · Modelo de desarrollo Far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6327" y="1097280"/>
            <a:ext cx="2617688" cy="51663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097280"/>
            <a:ext cx="5272888" cy="5166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propio: iteraciones de tres semanas que acaban en una demo al cliente; la especificación (historias y Gherkin) se mantiene al día en cada iteración.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flujo / modelo de proceso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 · Backlog de producto</a:t>
            </a:r>
            <a:endParaRPr lang="en-US" sz="2600" dirty="0"/>
          </a:p>
        </p:txBody>
      </p:sp>
      <p:pic>
        <p:nvPicPr>
          <p:cNvPr id="3" name="Image 0" descr="E3 · Backlog de produc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1674" y="1097280"/>
            <a:ext cx="2208348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de producto (épicas e historias)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 · Planificación PUD</a:t>
            </a:r>
            <a:endParaRPr lang="en-US" sz="2600" dirty="0"/>
          </a:p>
        </p:txBody>
      </p:sp>
      <p:pic>
        <p:nvPicPr>
          <p:cNvPr id="3" name="Image 0" descr="E3 · Planificación P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42677"/>
            <a:ext cx="11277295" cy="347556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Gantt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 · Proceso Unificado — fases y artefactos</a:t>
            </a:r>
            <a:endParaRPr lang="en-US" sz="2600" dirty="0"/>
          </a:p>
        </p:txBody>
      </p:sp>
      <p:pic>
        <p:nvPicPr>
          <p:cNvPr id="3" name="Image 0" descr="E3 · Proceso Unificado — fases y artefact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12668" y="1097280"/>
            <a:ext cx="5166360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Unificado (fases y artefactos)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7295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D21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E3 · Acta 1 — reunión con el cliente</a:t>
            </a:r>
            <a:endParaRPr lang="en-US" sz="2600" dirty="0"/>
          </a:p>
        </p:txBody>
      </p:sp>
      <p:pic>
        <p:nvPicPr>
          <p:cNvPr id="3" name="Image 0" descr="E3 · Acta 1 — reunión con el cli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78802" y="1097280"/>
            <a:ext cx="2034091" cy="51663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57200" y="6400800"/>
            <a:ext cx="11277295" cy="0"/>
          </a:xfrm>
          <a:prstGeom prst="line">
            <a:avLst/>
          </a:prstGeom>
          <a:noFill/>
          <a:ln w="9525">
            <a:solidFill>
              <a:srgbClr val="DDE1E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6446520"/>
            <a:ext cx="9905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Acta de reunión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10362895" y="64465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3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Ejemplo — BiblioYa — Entrega 3 — Modelo propio, backlog y PUD</dc:title>
  <dc:subject>PptxGenJS Presentation</dc:subject>
  <dc:creator>se-ramify</dc:creator>
  <cp:lastModifiedBy>se-ramify</cp:lastModifiedBy>
  <cp:revision>1</cp:revision>
  <dcterms:created xsi:type="dcterms:W3CDTF">2026-10-20T12:52:03Z</dcterms:created>
  <dcterms:modified xsi:type="dcterms:W3CDTF">2026-10-20T12:52:03Z</dcterms:modified>
</cp:coreProperties>
</file>