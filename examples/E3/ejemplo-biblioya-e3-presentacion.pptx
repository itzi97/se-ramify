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propio: iteraciones de tres semanas que acaban en una demo al cliente; la especificación (historias y Gherkin) se mantiene al día en cada iteración.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3 — Modelo propio, backlog y PUD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octubre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7295" cy="914400"/>
        </p:xfrm>
        <a:graphic>
          <a:graphicData uri="http://schemas.openxmlformats.org/drawingml/2006/table">
            <a:tbl>
              <a:tblPr/>
              <a:tblGrid>
                <a:gridCol w="9814255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Vuestro propio modelo de desarrollo: nombre, etapas, roles, elementos clave, ventajas e inconvenientes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completo a nivel de épica, y una épica en historias de usuario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PUD: Gantt, etapas con sus artefactos, actas e informe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3 — Modelo propio, backlog y PUD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Modelo de desarrollo Faro</a:t>
            </a:r>
            <a:endParaRPr lang="en-US" sz="2600" dirty="0"/>
          </a:p>
        </p:txBody>
      </p:sp>
      <p:pic>
        <p:nvPicPr>
          <p:cNvPr id="3" name="Image 0" descr="E3 · Modelo de desarrollo Fa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327" y="1097280"/>
            <a:ext cx="2617688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5272888" cy="5166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propio: iteraciones de tres semanas que acaban en una demo al cliente; la especificación (historias y Gherkin) se mantiene al día en cada iteración.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 / modelo de proceso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Backlog de producto</a:t>
            </a:r>
            <a:endParaRPr lang="en-US" sz="2600" dirty="0"/>
          </a:p>
        </p:txBody>
      </p:sp>
      <p:pic>
        <p:nvPicPr>
          <p:cNvPr id="3" name="Image 0" descr="E3 · Backlog de produ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674" y="1097280"/>
            <a:ext cx="2208348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 producto (épicas e historias)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Planificación PUD</a:t>
            </a:r>
            <a:endParaRPr lang="en-US" sz="2600" dirty="0"/>
          </a:p>
        </p:txBody>
      </p:sp>
      <p:pic>
        <p:nvPicPr>
          <p:cNvPr id="3" name="Image 0" descr="E3 · Planificación P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42677"/>
            <a:ext cx="11277295" cy="34755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Gantt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Proceso Unificado — fases y artefactos</a:t>
            </a:r>
            <a:endParaRPr lang="en-US" sz="2600" dirty="0"/>
          </a:p>
        </p:txBody>
      </p:sp>
      <p:pic>
        <p:nvPicPr>
          <p:cNvPr id="3" name="Image 0" descr="E3 · Proceso Unificado — fases y artefac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2668" y="1097280"/>
            <a:ext cx="5166360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Unificado (fases y artefactos)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Acta 1 — reunión con el cliente</a:t>
            </a:r>
            <a:endParaRPr lang="en-US" sz="2600" dirty="0"/>
          </a:p>
        </p:txBody>
      </p:sp>
      <p:pic>
        <p:nvPicPr>
          <p:cNvPr id="3" name="Image 0" descr="E3 · Acta 1 — reunión con el cl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681" y="1097280"/>
            <a:ext cx="2408333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reunión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 — BiblioYa — Entrega 3 — Modelo propio, backlog y PUD</dc:title>
  <dc:subject>PptxGenJS Presentation</dc:subject>
  <dc:creator>se-ramify</dc:creator>
  <cp:lastModifiedBy>se-ramify</cp:lastModifiedBy>
  <cp:revision>1</cp:revision>
  <dcterms:created xsi:type="dcterms:W3CDTF">2026-10-23T16:34:38Z</dcterms:created>
  <dcterms:modified xsi:type="dcterms:W3CDTF">2026-10-23T16:34:38Z</dcterms:modified>
</cp:coreProperties>
</file>