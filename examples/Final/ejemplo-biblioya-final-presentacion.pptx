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Faro Software es una empresa inventada de cuatro personas. Este lienzo describe la empresa, no el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Alternativa A. Todo duplicado donde una avería pararía el servicio: dos servidores con réplica, dos switches, SAI y copias en 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Alternativa B. La aplicación en dos zonas de disponibilidad detrás de un balanceador, con base de datos gestionada multi-AZ.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propio: iteraciones de tres semanas que acaban en una demo al cliente; la especificación (historias y Gherkin) se mantiene al día en cada iteración.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03120"/>
            <a:ext cx="10545775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BiblioYa — Entrega final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 octubre de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77295" cy="914400"/>
        </p:xfrm>
        <a:graphic>
          <a:graphicData uri="http://schemas.openxmlformats.org/drawingml/2006/table">
            <a:tbl>
              <a:tblPr/>
              <a:tblGrid>
                <a:gridCol w="9814255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Definición de la empresa: nombre, marca, modelo de negocio y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 completa de las dos alternativas, con su arquitectura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TCO a 3 años con costes completos y realistas de cada alternativa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Recomendación razonada de la alternativa más adecuada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los diagramas UML: casos de uso con especificaciones, clases y secuencia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Mapa de stakeholders (uno de los dos formatos, mínimo seis)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Visión del proyecto según el modelo del "elevator pitch"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Vuestro propio modelo de desarrollo: nombre, etapas, roles, elementos clave, ventajas e inconvenientes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completo a nivel de épica, y una épica en historias de usuario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PUD: Gantt, etapas con sus artefactos, actas e informe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Elementos previos corregidos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Acta post mortem: qué ha funcionado y qué mejoraríais (equipo y PUD)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 "¿y con metodología ágil?" y su acta (bien / mal / mejorable)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 Mapping de los dos primeros sprints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 las épicas del componente en historias con Gherkin, y el material para generar y probar la app con 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BiblioYa — Entrega final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Modelo de negocio — Faro Software</a:t>
            </a:r>
            <a:endParaRPr lang="en-US" sz="2600" dirty="0"/>
          </a:p>
        </p:txBody>
      </p:sp>
      <p:pic>
        <p:nvPicPr>
          <p:cNvPr id="3" name="Image 0" descr="E1 · Modelo de negocio — Faro Softw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026" y="1097280"/>
            <a:ext cx="7931644" cy="5166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Lienzo de modelo de negocio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Organigrama y roles</a:t>
            </a:r>
            <a:endParaRPr lang="en-US" sz="2600" dirty="0"/>
          </a:p>
        </p:txBody>
      </p:sp>
      <p:pic>
        <p:nvPicPr>
          <p:cNvPr id="3" name="Image 0" descr="E1 · Organigrama y ro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236" y="1097280"/>
            <a:ext cx="11037224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 y roles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Arquitectura — local</a:t>
            </a:r>
            <a:endParaRPr lang="en-US" sz="2600" dirty="0"/>
          </a:p>
        </p:txBody>
      </p:sp>
      <p:pic>
        <p:nvPicPr>
          <p:cNvPr id="3" name="Image 0" descr="E1 · Arquitectura — loc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4800" y="1097280"/>
            <a:ext cx="5542095" cy="5166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arquitectura / equipos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Arquitectura — nube</a:t>
            </a:r>
            <a:endParaRPr lang="en-US" sz="2600" dirty="0"/>
          </a:p>
        </p:txBody>
      </p:sp>
      <p:pic>
        <p:nvPicPr>
          <p:cNvPr id="3" name="Image 0" descr="E1 · Arquitectura — nu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9668"/>
            <a:ext cx="11277295" cy="448158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arquitectura / equipos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TCO a 3 años</a:t>
            </a:r>
            <a:endParaRPr lang="en-US" sz="2600" dirty="0"/>
          </a:p>
        </p:txBody>
      </p:sp>
      <p:pic>
        <p:nvPicPr>
          <p:cNvPr id="3" name="Image 0" descr="E1 · TCO a 3 añ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072" y="1097280"/>
            <a:ext cx="2763552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(coste total de propiedad)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Casos de uso</a:t>
            </a:r>
            <a:endParaRPr lang="en-US" sz="2600" dirty="0"/>
          </a:p>
        </p:txBody>
      </p:sp>
      <p:pic>
        <p:nvPicPr>
          <p:cNvPr id="3" name="Image 0" descr="E2 · Casos de u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8054" y="1097280"/>
            <a:ext cx="8515586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sistema / casos de uso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Diagrama de clases de diseño</a:t>
            </a:r>
            <a:endParaRPr lang="en-US" sz="2600" dirty="0"/>
          </a:p>
        </p:txBody>
      </p:sp>
      <p:pic>
        <p:nvPicPr>
          <p:cNvPr id="3" name="Image 0" descr="E2 · Diagrama de clases de diseñ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950" y="1097280"/>
            <a:ext cx="10421795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Secuencia — Reservar libro</a:t>
            </a:r>
            <a:endParaRPr lang="en-US" sz="2600" dirty="0"/>
          </a:p>
        </p:txBody>
      </p:sp>
      <p:pic>
        <p:nvPicPr>
          <p:cNvPr id="3" name="Image 0" descr="E2 · Secuencia — Reservar lib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111" y="1097280"/>
            <a:ext cx="7683474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secuencia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Mapa de stakeholders</a:t>
            </a:r>
            <a:endParaRPr lang="en-US" sz="2600" dirty="0"/>
          </a:p>
        </p:txBody>
      </p:sp>
      <p:pic>
        <p:nvPicPr>
          <p:cNvPr id="3" name="Image 0" descr="E2 · Mapa de stakehold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0991" y="1097280"/>
            <a:ext cx="6769713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stakeholders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Visión — elevator pitch</a:t>
            </a:r>
            <a:endParaRPr lang="en-US" sz="2600" dirty="0"/>
          </a:p>
        </p:txBody>
      </p:sp>
      <p:pic>
        <p:nvPicPr>
          <p:cNvPr id="3" name="Image 0" descr="E2 · Visión — elevator pi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6276" y="1097280"/>
            <a:ext cx="5439144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— elevator pitch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Modelo de desarrollo Faro</a:t>
            </a:r>
            <a:endParaRPr lang="en-US" sz="2600" dirty="0"/>
          </a:p>
        </p:txBody>
      </p:sp>
      <p:pic>
        <p:nvPicPr>
          <p:cNvPr id="3" name="Image 0" descr="E3 · Modelo de desarrollo Fa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6327" y="1097280"/>
            <a:ext cx="2617688" cy="5166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5272888" cy="5166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propio: iteraciones de tres semanas que acaban en una demo al cliente; la especificación (historias y Gherkin) se mantiene al día en cada iteración.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flujo / modelo de proceso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Backlog de producto</a:t>
            </a:r>
            <a:endParaRPr lang="en-US" sz="2600" dirty="0"/>
          </a:p>
        </p:txBody>
      </p:sp>
      <p:pic>
        <p:nvPicPr>
          <p:cNvPr id="3" name="Image 0" descr="E3 · Backlog de produc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674" y="1097280"/>
            <a:ext cx="2208348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de producto (épicas e historias)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Planificación PUD</a:t>
            </a:r>
            <a:endParaRPr lang="en-US" sz="2600" dirty="0"/>
          </a:p>
        </p:txBody>
      </p:sp>
      <p:pic>
        <p:nvPicPr>
          <p:cNvPr id="3" name="Image 0" descr="E3 · Planificación P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42677"/>
            <a:ext cx="11277295" cy="347556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Gantt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Proceso Unificado — fases y artefactos</a:t>
            </a:r>
            <a:endParaRPr lang="en-US" sz="2600" dirty="0"/>
          </a:p>
        </p:txBody>
      </p:sp>
      <p:pic>
        <p:nvPicPr>
          <p:cNvPr id="3" name="Image 0" descr="E3 · Proceso Unificado — fases y artefac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2668" y="1097280"/>
            <a:ext cx="5166360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Unificado (fases y artefactos)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Acta 1 — reunión con el cliente</a:t>
            </a:r>
            <a:endParaRPr lang="en-US" sz="2600" dirty="0"/>
          </a:p>
        </p:txBody>
      </p:sp>
      <p:pic>
        <p:nvPicPr>
          <p:cNvPr id="3" name="Image 0" descr="E3 · Acta 1 — reunión con el cl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681" y="1097280"/>
            <a:ext cx="2408333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reunión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· Acta post mortem</a:t>
            </a:r>
            <a:endParaRPr lang="en-US" sz="2600" dirty="0"/>
          </a:p>
        </p:txBody>
      </p:sp>
      <p:pic>
        <p:nvPicPr>
          <p:cNvPr id="3" name="Image 0" descr="Final · Acta post mor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074" y="1097280"/>
            <a:ext cx="2641548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reunión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· Acta — ¿y con metodología ágil?</a:t>
            </a:r>
            <a:endParaRPr lang="en-US" sz="2600" dirty="0"/>
          </a:p>
        </p:txBody>
      </p:sp>
      <p:pic>
        <p:nvPicPr>
          <p:cNvPr id="3" name="Image 0" descr="Final · Acta — ¿y con metodología ágil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6777" y="1097280"/>
            <a:ext cx="2638141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reunión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· User Story Mapping — sprints 1 y 2</a:t>
            </a:r>
            <a:endParaRPr lang="en-US" sz="2600" dirty="0"/>
          </a:p>
        </p:txBody>
      </p:sp>
      <p:pic>
        <p:nvPicPr>
          <p:cNvPr id="3" name="Image 0" descr="Final · User Story Mapping — sprints 1 y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65030"/>
            <a:ext cx="11277295" cy="32308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Mapping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Ejemplo — BiblioYa — Entrega final</dc:title>
  <dc:subject>PptxGenJS Presentation</dc:subject>
  <dc:creator>se-ramify</dc:creator>
  <cp:lastModifiedBy>se-ramify</cp:lastModifiedBy>
  <cp:revision>1</cp:revision>
  <dcterms:created xsi:type="dcterms:W3CDTF">2026-10-23T16:34:57Z</dcterms:created>
  <dcterms:modified xsi:type="dcterms:W3CDTF">2026-10-23T16:34:57Z</dcterms:modified>
</cp:coreProperties>
</file>